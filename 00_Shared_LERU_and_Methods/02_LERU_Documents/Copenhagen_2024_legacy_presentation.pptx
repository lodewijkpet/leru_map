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, L.A. (EPI)" userId="bbc9cfd2-8008-4cc2-9fd4-0f712d6ec5a3" providerId="ADAL" clId="{D834AA99-F42F-4503-83D0-32381A220B74}"/>
    <pc:docChg chg="modSld">
      <pc:chgData name="Pet, L.A. (EPI)" userId="bbc9cfd2-8008-4cc2-9fd4-0f712d6ec5a3" providerId="ADAL" clId="{D834AA99-F42F-4503-83D0-32381A220B74}" dt="2024-11-20T07:36:42.477" v="15" actId="20577"/>
      <pc:docMkLst>
        <pc:docMk/>
      </pc:docMkLst>
      <pc:sldChg chg="modSp mod">
        <pc:chgData name="Pet, L.A. (EPI)" userId="bbc9cfd2-8008-4cc2-9fd4-0f712d6ec5a3" providerId="ADAL" clId="{D834AA99-F42F-4503-83D0-32381A220B74}" dt="2024-11-20T07:35:37.753" v="9" actId="20577"/>
        <pc:sldMkLst>
          <pc:docMk/>
          <pc:sldMk cId="2902942376" sldId="257"/>
        </pc:sldMkLst>
        <pc:spChg chg="mod">
          <ac:chgData name="Pet, L.A. (EPI)" userId="bbc9cfd2-8008-4cc2-9fd4-0f712d6ec5a3" providerId="ADAL" clId="{D834AA99-F42F-4503-83D0-32381A220B74}" dt="2024-11-20T07:35:37.753" v="9" actId="20577"/>
          <ac:spMkLst>
            <pc:docMk/>
            <pc:sldMk cId="2902942376" sldId="257"/>
            <ac:spMk id="3" creationId="{963B496C-BE46-3F98-5AD0-E86DB7322DE7}"/>
          </ac:spMkLst>
        </pc:spChg>
      </pc:sldChg>
      <pc:sldChg chg="modSp mod">
        <pc:chgData name="Pet, L.A. (EPI)" userId="bbc9cfd2-8008-4cc2-9fd4-0f712d6ec5a3" providerId="ADAL" clId="{D834AA99-F42F-4503-83D0-32381A220B74}" dt="2024-11-20T07:36:42.477" v="15" actId="20577"/>
        <pc:sldMkLst>
          <pc:docMk/>
          <pc:sldMk cId="218235891" sldId="259"/>
        </pc:sldMkLst>
        <pc:spChg chg="mod">
          <ac:chgData name="Pet, L.A. (EPI)" userId="bbc9cfd2-8008-4cc2-9fd4-0f712d6ec5a3" providerId="ADAL" clId="{D834AA99-F42F-4503-83D0-32381A220B74}" dt="2024-11-20T07:36:42.477" v="15" actId="20577"/>
          <ac:spMkLst>
            <pc:docMk/>
            <pc:sldMk cId="218235891" sldId="259"/>
            <ac:spMk id="3" creationId="{872C3E64-F3DF-2E47-E4BD-B9477489C36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E24BA-E357-1C2C-6161-568DE05B4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C35F58-BF9B-6A2D-E51A-71548054B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C8BED-EA1D-5503-8E6E-3C815FC1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81D99-C450-36FE-2594-C14BB7697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3E6C4-4FA5-D4D3-65AF-EAF290574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4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F5854-DC42-0EA9-3429-AEB0F64C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FFF64-ED88-46EE-247C-9F36C9B81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94200-7147-2E85-DACE-CBA1B7E98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E222A-5896-9DDB-357B-93290884F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6F1D7-0F15-980B-4AC2-B6ABAC28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1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E7B52-2A01-2AC3-2051-B42AD4CE2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AE4D-F40E-0F68-E00E-B66F3D8CA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1354F-E38A-DA1E-7053-DA1AA29B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598D6-39CF-4177-2A99-91C1C614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F1BD9-4A35-45AB-39C0-227424AD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7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65B29-A9AE-17C3-3011-8E45140B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BE2A-822A-E11C-4185-90873FB45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B9A5A-3E37-0DB7-B43D-A6068887F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FA57A-BE64-1ACE-2048-52029AD62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EEB44-8834-D5C5-0343-D7287A9B3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5BFA62-E3A2-EA38-8A96-6576BFDD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97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9B84E-26A3-15F1-0DC2-153F3EF4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497BF-5EA3-FA88-FAA7-08951F9CA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86227-61F8-4457-B042-AFFE1B9F8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C5381-79B1-D95E-63DB-EA6591608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A04F1A-53AA-3551-ED19-305075C0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702DB-0F0B-C83F-1049-F3604B4F2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BA40A-0F83-8C0C-625E-39EA8E31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B7E43-7D8A-EC1E-91BB-A40591D0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46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1889-9C64-A545-C24B-0EBF937F6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50AEA-A669-4405-FC74-DEBED881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647F1-1A44-4BCF-1ED5-6E8D1A4A5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5F92A-7BFD-E55B-4716-27DCA0098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49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F8E2D-7FA6-8E71-E9E2-B8868D6D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C4DB8-0156-19AC-0213-BF301F77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995A-7F7E-7C98-1F11-C29604E25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71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990F-ECDE-A34E-6D3D-14ABB1DDB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31CD4-F7D9-A8C4-410D-0EBC706B8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8C95C6-E803-A8BB-49DE-BDBA85AD8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233A1-788D-9AD9-E5D0-2DBB5366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CAA80-28EF-4922-47E7-DFA7F47D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CE555-3191-3104-EB5D-3B713C48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3539A-6B37-8242-C37A-E3C771AA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1411A5-3E6A-D44A-5DDF-D2E6A737D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86537-6F52-B325-E954-EDA51A60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1C045-2574-F6CC-7B8E-E879D14E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1B99D-3718-A61E-D91D-6C1C6963F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06D4B-120A-960E-1F52-781B8C5C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16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CA30-C17E-CB48-B087-3FB65479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9ABB8-6AE0-A6FA-1212-A7E19C7CB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31B40-971E-5C4B-AD61-8EB1846EA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545E7-944C-FA18-B2D6-D86F7296C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3AC1C-B801-C7B2-87B5-01F02E6F1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37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F75D72-5E49-6A75-AC6E-1F9B192B0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3E4EF-0111-28DB-0426-686C9C852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CB92-BE6A-A03B-EE26-6C0833DA0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8612D-3C7C-6BD6-B9C6-68959260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EAFA9-DECA-BE38-E245-7382CE70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78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C4FC2C-39B9-8402-3A0F-28974B6D3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CF51D-777F-B1A6-697C-AA1338805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9F913-171D-F3EE-B6B8-E9D6BD812B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B7B70-7FB1-4DBE-A321-8088F0894CF0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E014C-FB10-688A-16FD-0926F6E14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CD1B-6F71-BA31-128A-FDF945735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1BA5D-2F35-477D-9194-26462DD16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3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A590F-8311-B73F-1DE9-19A47886F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l-NL" dirty="0" err="1"/>
              <a:t>Differences</a:t>
            </a:r>
            <a:r>
              <a:rPr lang="nl-NL" dirty="0"/>
              <a:t> in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Committee</a:t>
            </a:r>
            <a:r>
              <a:rPr lang="nl-NL" dirty="0"/>
              <a:t> procedures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35FC58-C623-D1EA-B103-EDCC972BF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Lodewijk Pet</a:t>
            </a:r>
          </a:p>
          <a:p>
            <a:r>
              <a:rPr lang="nl-NL" dirty="0"/>
              <a:t>PhD </a:t>
            </a:r>
            <a:r>
              <a:rPr lang="nl-NL" dirty="0" err="1"/>
              <a:t>candidate</a:t>
            </a:r>
            <a:r>
              <a:rPr lang="nl-NL" dirty="0"/>
              <a:t> </a:t>
            </a:r>
            <a:r>
              <a:rPr lang="nl-NL" dirty="0" err="1"/>
              <a:t>Quality</a:t>
            </a:r>
            <a:r>
              <a:rPr lang="nl-NL" dirty="0"/>
              <a:t> &amp; </a:t>
            </a:r>
            <a:r>
              <a:rPr lang="nl-NL" dirty="0" err="1"/>
              <a:t>Integrity</a:t>
            </a:r>
            <a:endParaRPr lang="nl-NL" dirty="0"/>
          </a:p>
          <a:p>
            <a:r>
              <a:rPr lang="nl-NL" dirty="0"/>
              <a:t>20-11-2024</a:t>
            </a:r>
          </a:p>
          <a:p>
            <a:r>
              <a:rPr lang="nl-NL" dirty="0"/>
              <a:t>LUMC, The Netherlands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8752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1053C-0239-2BDF-8BAC-D054F391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Background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B496C-BE46-3F98-5AD0-E86DB7322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Different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structures</a:t>
            </a:r>
            <a:r>
              <a:rPr lang="nl-NL" dirty="0"/>
              <a:t> in Europe</a:t>
            </a:r>
          </a:p>
          <a:p>
            <a:pPr marL="0" indent="0">
              <a:buNone/>
            </a:pP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dealing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possible</a:t>
            </a:r>
            <a:r>
              <a:rPr lang="nl-NL" dirty="0"/>
              <a:t> </a:t>
            </a:r>
            <a:r>
              <a:rPr lang="nl-NL" dirty="0" err="1"/>
              <a:t>breaches</a:t>
            </a:r>
            <a:r>
              <a:rPr lang="nl-NL" dirty="0"/>
              <a:t> of Research </a:t>
            </a:r>
            <a:r>
              <a:rPr lang="nl-NL" dirty="0" err="1"/>
              <a:t>Integrity</a:t>
            </a:r>
            <a:endParaRPr lang="nl-NL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approaches may be preferable</a:t>
            </a:r>
          </a:p>
          <a:p>
            <a:pPr marL="0" indent="0">
              <a:buNone/>
            </a:pPr>
            <a:r>
              <a:rPr lang="nl-NL" dirty="0"/>
              <a:t>Opportunity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LERU as </a:t>
            </a:r>
            <a:r>
              <a:rPr lang="nl-NL" dirty="0" err="1"/>
              <a:t>starting</a:t>
            </a:r>
            <a:r>
              <a:rPr lang="nl-NL" dirty="0"/>
              <a:t> point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4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909B-CEF3-9B7A-F361-D4F94E3A1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Goal </a:t>
            </a:r>
            <a:r>
              <a:rPr lang="nl-NL" dirty="0" err="1"/>
              <a:t>today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9F38-10A3-F530-8112-27AE8C002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Overview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current</a:t>
            </a:r>
            <a:r>
              <a:rPr lang="nl-NL" dirty="0"/>
              <a:t> plan</a:t>
            </a:r>
          </a:p>
          <a:p>
            <a:pPr marL="0" indent="0">
              <a:buNone/>
            </a:pPr>
            <a:r>
              <a:rPr lang="en-US" dirty="0"/>
              <a:t>Provide some details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Gather input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Discuss next step</a:t>
            </a:r>
          </a:p>
        </p:txBody>
      </p:sp>
    </p:spTree>
    <p:extLst>
      <p:ext uri="{BB962C8B-B14F-4D97-AF65-F5344CB8AC3E}">
        <p14:creationId xmlns:p14="http://schemas.microsoft.com/office/powerpoint/2010/main" val="153782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72DE4-F9A0-AB53-91EA-2CE6ABE6F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(</a:t>
            </a:r>
            <a:r>
              <a:rPr lang="nl-NL" dirty="0" err="1"/>
              <a:t>possible</a:t>
            </a:r>
            <a:r>
              <a:rPr lang="nl-NL" dirty="0"/>
              <a:t>) </a:t>
            </a:r>
            <a:r>
              <a:rPr lang="nl-NL" dirty="0" err="1"/>
              <a:t>differences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8670E-3FB4-8F68-E657-BFF1ED5B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4242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dirty="0" err="1"/>
              <a:t>Committees</a:t>
            </a:r>
            <a:endParaRPr lang="nl-NL" dirty="0"/>
          </a:p>
          <a:p>
            <a:r>
              <a:rPr lang="nl-NL" dirty="0" err="1"/>
              <a:t>Institutional</a:t>
            </a:r>
            <a:r>
              <a:rPr lang="nl-NL" dirty="0"/>
              <a:t> </a:t>
            </a:r>
            <a:r>
              <a:rPr lang="nl-NL" dirty="0" err="1"/>
              <a:t>bound</a:t>
            </a:r>
            <a:endParaRPr lang="nl-NL" dirty="0"/>
          </a:p>
          <a:p>
            <a:r>
              <a:rPr lang="nl-NL" dirty="0"/>
              <a:t>National</a:t>
            </a:r>
          </a:p>
          <a:p>
            <a:r>
              <a:rPr lang="nl-NL" dirty="0" err="1"/>
              <a:t>Other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Complaints</a:t>
            </a:r>
            <a:endParaRPr lang="nl-NL" dirty="0"/>
          </a:p>
          <a:p>
            <a:r>
              <a:rPr lang="nl-NL" dirty="0" err="1"/>
              <a:t>Submitting</a:t>
            </a:r>
            <a:r>
              <a:rPr lang="nl-NL" dirty="0"/>
              <a:t> </a:t>
            </a:r>
            <a:r>
              <a:rPr lang="nl-NL" dirty="0" err="1"/>
              <a:t>parties</a:t>
            </a:r>
            <a:endParaRPr lang="nl-NL" dirty="0"/>
          </a:p>
          <a:p>
            <a:r>
              <a:rPr lang="nl-NL" dirty="0" err="1"/>
              <a:t>Requirements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complaints</a:t>
            </a:r>
            <a:endParaRPr lang="nl-NL" dirty="0"/>
          </a:p>
          <a:p>
            <a:r>
              <a:rPr lang="nl-NL" dirty="0" err="1"/>
              <a:t>Number</a:t>
            </a:r>
            <a:r>
              <a:rPr lang="nl-NL" dirty="0"/>
              <a:t> of cases per </a:t>
            </a:r>
            <a:r>
              <a:rPr lang="nl-NL" dirty="0" err="1"/>
              <a:t>year</a:t>
            </a:r>
            <a:endParaRPr lang="nl-N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AF8887-C7E1-F161-676B-2F479457DCFA}"/>
              </a:ext>
            </a:extLst>
          </p:cNvPr>
          <p:cNvSpPr txBox="1">
            <a:spLocks/>
          </p:cNvSpPr>
          <p:nvPr/>
        </p:nvSpPr>
        <p:spPr>
          <a:xfrm>
            <a:off x="6689558" y="1825625"/>
            <a:ext cx="4664242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dirty="0"/>
              <a:t>End product</a:t>
            </a:r>
          </a:p>
          <a:p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advice</a:t>
            </a:r>
            <a:r>
              <a:rPr lang="nl-NL" dirty="0"/>
              <a:t> </a:t>
            </a:r>
          </a:p>
          <a:p>
            <a:r>
              <a:rPr lang="nl-NL" dirty="0"/>
              <a:t> </a:t>
            </a:r>
            <a:r>
              <a:rPr lang="nl-NL" dirty="0" err="1"/>
              <a:t>Employment-related</a:t>
            </a:r>
            <a:r>
              <a:rPr lang="nl-NL" dirty="0"/>
              <a:t> </a:t>
            </a:r>
            <a:r>
              <a:rPr lang="nl-NL" dirty="0" err="1"/>
              <a:t>advice</a:t>
            </a:r>
            <a:endParaRPr lang="nl-NL" dirty="0"/>
          </a:p>
          <a:p>
            <a:r>
              <a:rPr lang="nl-NL" dirty="0"/>
              <a:t>Second opinion </a:t>
            </a:r>
            <a:r>
              <a:rPr lang="nl-NL" dirty="0" err="1"/>
              <a:t>possibilities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Procedure</a:t>
            </a:r>
          </a:p>
          <a:p>
            <a:r>
              <a:rPr lang="nl-NL" dirty="0" err="1"/>
              <a:t>What</a:t>
            </a:r>
            <a:r>
              <a:rPr lang="nl-NL" dirty="0"/>
              <a:t> is </a:t>
            </a:r>
            <a:r>
              <a:rPr lang="nl-NL" dirty="0" err="1"/>
              <a:t>the</a:t>
            </a:r>
            <a:r>
              <a:rPr lang="nl-NL" dirty="0"/>
              <a:t> workflow</a:t>
            </a:r>
          </a:p>
          <a:p>
            <a:r>
              <a:rPr lang="nl-NL" dirty="0"/>
              <a:t>(</a:t>
            </a:r>
            <a:r>
              <a:rPr lang="nl-NL" dirty="0" err="1"/>
              <a:t>Inter</a:t>
            </a:r>
            <a:r>
              <a:rPr lang="nl-NL" dirty="0"/>
              <a:t>)</a:t>
            </a:r>
            <a:r>
              <a:rPr lang="nl-NL" dirty="0" err="1"/>
              <a:t>nationals</a:t>
            </a:r>
            <a:r>
              <a:rPr lang="nl-NL" dirty="0"/>
              <a:t> code of </a:t>
            </a:r>
            <a:r>
              <a:rPr lang="nl-NL" dirty="0" err="1"/>
              <a:t>Conduct</a:t>
            </a:r>
            <a:endParaRPr lang="nl-NL" dirty="0"/>
          </a:p>
          <a:p>
            <a:r>
              <a:rPr lang="nl-NL" dirty="0" err="1"/>
              <a:t>Institutional</a:t>
            </a:r>
            <a:r>
              <a:rPr lang="nl-NL" dirty="0"/>
              <a:t> code</a:t>
            </a:r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1042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9EA2F-80A8-88DE-5DD0-7E7390C7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3E64-F3DF-2E47-E4BD-B9477489C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Direct</a:t>
            </a:r>
          </a:p>
          <a:p>
            <a:r>
              <a:rPr lang="nl-NL" dirty="0" err="1"/>
              <a:t>Provide</a:t>
            </a:r>
            <a:r>
              <a:rPr lang="nl-NL" dirty="0"/>
              <a:t> </a:t>
            </a:r>
            <a:r>
              <a:rPr lang="nl-NL" dirty="0" err="1"/>
              <a:t>descriptive</a:t>
            </a:r>
            <a:r>
              <a:rPr lang="nl-NL" dirty="0"/>
              <a:t> </a:t>
            </a:r>
            <a:r>
              <a:rPr lang="nl-NL" dirty="0" err="1"/>
              <a:t>oversight</a:t>
            </a:r>
            <a:r>
              <a:rPr lang="nl-NL" dirty="0"/>
              <a:t> of </a:t>
            </a:r>
            <a:r>
              <a:rPr lang="nl-NL" dirty="0" err="1"/>
              <a:t>participation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nl-NL" dirty="0"/>
          </a:p>
          <a:p>
            <a:r>
              <a:rPr lang="nl-NL" dirty="0"/>
              <a:t>Write small </a:t>
            </a:r>
            <a:r>
              <a:rPr lang="nl-NL" dirty="0" err="1"/>
              <a:t>internal</a:t>
            </a:r>
            <a:r>
              <a:rPr lang="nl-NL" dirty="0"/>
              <a:t> </a:t>
            </a:r>
            <a:r>
              <a:rPr lang="nl-NL"/>
              <a:t>LERU report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 err="1"/>
              <a:t>Future</a:t>
            </a:r>
            <a:endParaRPr lang="nl-NL" dirty="0"/>
          </a:p>
          <a:p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towards</a:t>
            </a:r>
            <a:r>
              <a:rPr lang="nl-NL" dirty="0"/>
              <a:t> policy </a:t>
            </a:r>
            <a:r>
              <a:rPr lang="nl-NL" dirty="0" err="1"/>
              <a:t>regarding</a:t>
            </a:r>
            <a:r>
              <a:rPr lang="nl-NL" dirty="0"/>
              <a:t> Research </a:t>
            </a:r>
            <a:r>
              <a:rPr lang="nl-NL" dirty="0" err="1"/>
              <a:t>Integrity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nl-NL" dirty="0"/>
          </a:p>
          <a:p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standardized</a:t>
            </a:r>
            <a:r>
              <a:rPr lang="nl-NL" dirty="0"/>
              <a:t> procedures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7B5A-D231-8083-3551-8ACFE9E31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Small </a:t>
            </a:r>
            <a:r>
              <a:rPr lang="nl-NL" dirty="0" err="1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28CCE-EC99-0EFA-9829-F2F12E7BE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nl-NL" dirty="0"/>
              <a:t>1. </a:t>
            </a:r>
            <a:r>
              <a:rPr lang="nl-NL" dirty="0" err="1"/>
              <a:t>Demographics</a:t>
            </a:r>
            <a:r>
              <a:rPr lang="nl-NL" dirty="0"/>
              <a:t> + background of </a:t>
            </a:r>
            <a:r>
              <a:rPr lang="nl-NL" dirty="0" err="1"/>
              <a:t>committee</a:t>
            </a:r>
            <a:endParaRPr lang="nl-NL" dirty="0"/>
          </a:p>
          <a:p>
            <a:r>
              <a:rPr lang="nl-NL" dirty="0"/>
              <a:t>Country, </a:t>
            </a:r>
            <a:r>
              <a:rPr lang="nl-NL" dirty="0" err="1"/>
              <a:t>institution</a:t>
            </a:r>
            <a:r>
              <a:rPr lang="nl-NL" dirty="0"/>
              <a:t> type, </a:t>
            </a:r>
            <a:r>
              <a:rPr lang="nl-NL" dirty="0" err="1"/>
              <a:t>committee</a:t>
            </a:r>
            <a:r>
              <a:rPr lang="nl-NL" dirty="0"/>
              <a:t> </a:t>
            </a:r>
            <a:r>
              <a:rPr lang="nl-NL" dirty="0" err="1"/>
              <a:t>size</a:t>
            </a:r>
            <a:endParaRPr lang="nl-NL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Workflow overview</a:t>
            </a:r>
          </a:p>
          <a:p>
            <a:r>
              <a:rPr lang="en-US" dirty="0"/>
              <a:t>Submitting parties, preliminary assessment, cases per year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Investigation process</a:t>
            </a:r>
          </a:p>
          <a:p>
            <a:r>
              <a:rPr lang="en-US" dirty="0"/>
              <a:t>Main stages, duration, involvement of parties, </a:t>
            </a:r>
            <a:r>
              <a:rPr lang="en-US" dirty="0" err="1"/>
              <a:t>etc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Decision-making</a:t>
            </a:r>
          </a:p>
          <a:p>
            <a:r>
              <a:rPr lang="en-US" dirty="0"/>
              <a:t>Consensus / vote, tools (codes &amp; regulations), important factors</a:t>
            </a:r>
          </a:p>
          <a:p>
            <a:pPr marL="0" indent="0">
              <a:buNone/>
            </a:pPr>
            <a:r>
              <a:rPr lang="en-US" dirty="0"/>
              <a:t>5. Product</a:t>
            </a:r>
          </a:p>
          <a:p>
            <a:r>
              <a:rPr lang="en-US" dirty="0"/>
              <a:t>(Binding) advice, </a:t>
            </a:r>
            <a:r>
              <a:rPr lang="en-US" dirty="0" err="1"/>
              <a:t>labour</a:t>
            </a:r>
            <a:r>
              <a:rPr lang="en-US" dirty="0"/>
              <a:t> related, </a:t>
            </a:r>
            <a:r>
              <a:rPr lang="nl-NL" dirty="0" err="1"/>
              <a:t>anonymous</a:t>
            </a:r>
            <a:r>
              <a:rPr lang="en-US" dirty="0"/>
              <a:t>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6. Challenges and Best practices</a:t>
            </a:r>
          </a:p>
          <a:p>
            <a:r>
              <a:rPr lang="en-US" dirty="0"/>
              <a:t>Common challenges, ensure fairness, transparency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7. General reflections</a:t>
            </a:r>
          </a:p>
          <a:p>
            <a:r>
              <a:rPr lang="en-US" dirty="0"/>
              <a:t>Key strengths, Desired changes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78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7498-4897-0F28-969C-69C2DDEF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Dissemination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CFBE0-6E9D-7FC3-8ABD-DACFFFCDD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Committees</a:t>
            </a:r>
            <a:r>
              <a:rPr lang="nl-NL" dirty="0"/>
              <a:t> of LERU </a:t>
            </a:r>
            <a:r>
              <a:rPr lang="nl-NL" dirty="0" err="1"/>
              <a:t>institutions</a:t>
            </a:r>
            <a:endParaRPr lang="nl-NL" dirty="0"/>
          </a:p>
          <a:p>
            <a:pPr marL="0" indent="0">
              <a:buNone/>
            </a:pPr>
            <a:r>
              <a:rPr lang="nl-NL" dirty="0"/>
              <a:t>Top 3 </a:t>
            </a:r>
            <a:r>
              <a:rPr lang="nl-NL" dirty="0" err="1"/>
              <a:t>universities</a:t>
            </a:r>
            <a:r>
              <a:rPr lang="nl-NL" dirty="0"/>
              <a:t> per country</a:t>
            </a:r>
          </a:p>
          <a:p>
            <a:pPr marL="0" indent="0">
              <a:buNone/>
            </a:pPr>
            <a:r>
              <a:rPr lang="nl-NL" dirty="0" err="1"/>
              <a:t>Involving</a:t>
            </a:r>
            <a:r>
              <a:rPr lang="nl-NL" dirty="0"/>
              <a:t> </a:t>
            </a:r>
            <a:r>
              <a:rPr lang="nl-NL" dirty="0" err="1"/>
              <a:t>Eastern</a:t>
            </a:r>
            <a:r>
              <a:rPr lang="nl-NL" dirty="0"/>
              <a:t> Europe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No correct </a:t>
            </a:r>
            <a:r>
              <a:rPr lang="nl-NL" dirty="0" err="1"/>
              <a:t>overview</a:t>
            </a:r>
            <a:r>
              <a:rPr lang="nl-NL" dirty="0"/>
              <a:t> of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committees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07952-0E91-8F77-A516-D83CA4B56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087" y="1690688"/>
            <a:ext cx="51719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56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F9D8-E1A6-9232-F1A3-5BBC3F27A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3E98-5D5D-1902-BF79-55E285F6B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/>
              <a:t>General </a:t>
            </a:r>
            <a:r>
              <a:rPr lang="nl-NL" dirty="0" err="1"/>
              <a:t>impression</a:t>
            </a:r>
            <a:endParaRPr lang="nl-NL" dirty="0"/>
          </a:p>
          <a:p>
            <a:pPr marL="0" indent="0">
              <a:buNone/>
            </a:pPr>
            <a:r>
              <a:rPr lang="nl-NL" dirty="0" err="1"/>
              <a:t>Main</a:t>
            </a:r>
            <a:r>
              <a:rPr lang="nl-NL" dirty="0"/>
              <a:t> goal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 err="1"/>
              <a:t>What</a:t>
            </a:r>
            <a:r>
              <a:rPr lang="nl-NL" dirty="0"/>
              <a:t> subjects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ask</a:t>
            </a:r>
            <a:endParaRPr lang="nl-NL" dirty="0"/>
          </a:p>
          <a:p>
            <a:pPr marL="0" indent="0">
              <a:buNone/>
            </a:pPr>
            <a:r>
              <a:rPr lang="nl-NL" dirty="0" err="1"/>
              <a:t>Who</a:t>
            </a:r>
            <a:r>
              <a:rPr lang="nl-NL" dirty="0"/>
              <a:t> do we </a:t>
            </a:r>
            <a:r>
              <a:rPr lang="nl-NL" dirty="0" err="1"/>
              <a:t>include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213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256</Words>
  <Application>Microsoft Office PowerPoint</Application>
  <PresentationFormat>Widescreen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Differences in Research Integrity Committee procedures</vt:lpstr>
      <vt:lpstr>Background</vt:lpstr>
      <vt:lpstr>Goal today</vt:lpstr>
      <vt:lpstr>Some (possible) differences</vt:lpstr>
      <vt:lpstr>Goal</vt:lpstr>
      <vt:lpstr>Small overview</vt:lpstr>
      <vt:lpstr>Dissemination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Differences in Research Integrity Committee procedures</dc:title>
  <dc:creator>Pet, L.A. (EPI)</dc:creator>
  <cp:lastModifiedBy>Pet, L.A. (EPI)</cp:lastModifiedBy>
  <cp:revision>1</cp:revision>
  <dcterms:created xsi:type="dcterms:W3CDTF">2024-11-19T12:28:41Z</dcterms:created>
  <dcterms:modified xsi:type="dcterms:W3CDTF">2024-11-20T07:36:52Z</dcterms:modified>
</cp:coreProperties>
</file>